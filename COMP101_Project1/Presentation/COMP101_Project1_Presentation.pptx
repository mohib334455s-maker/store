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5F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COMP101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1: E-Commerce Website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Peakline Outfitters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40233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Morgan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Rivera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5F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WEBSITE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Peakline Outfitters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972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English-language outdoor store selling hiking, camping, and travel gear. Ten products were imported from CSV with online image URLs, live inventory, test checkout, fulfillment, and tracking numbers.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Peakline Commerce (Next.js e-commerce platform)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Categories: Hiking · Camping · Travel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website: http://localhost:3000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Login: admin / Peakline101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deck: /presentation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5F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DATABASE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products.csv — SKU, Title, Category, Price, Stock, Description, ImageURL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88720"/>
          <a:ext cx="113385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91840"/>
                <a:gridCol w="1371600"/>
                <a:gridCol w="1188720"/>
                <a:gridCol w="109728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A3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A3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A3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A3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A3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A35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PL-HIK-001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Alpine Ridge Backpack 45L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 ImageURL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PL-HIK-002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Merino Trail Socks 3-Pack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 ImageURL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PL-HIK-003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Carbonlite Trekking Poles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 ImageURL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PL-HIK-004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Summit Trail Running Shoes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158.00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 ImageURL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PL-CMP-001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Ultralight 2-Person Tent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249.00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 ImageURL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PL-CMP-002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Alpine Down Sleeping Bag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219.00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 ImageURL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PL-CMP-003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Titanium Camp Stove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 ImageURL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PL-CMP-004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Insulated Steel Bottle 1L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 ImageURL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PL-TRV-001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Packable Storm Jacket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164.00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 ImageURL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PL-TRV-002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Compact Trail First Aid Kit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 ImageURL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5F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IMPORT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fields were mapped and all 10 products imported successfully.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73152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 column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4A3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field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4A35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0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Title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0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0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0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Inventory/Stock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0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0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ImageURL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Image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0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5F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TRACKING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tracking is enabled for every SKU. Checkout reduces stock inside a database transaction.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4A3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4A3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after demonstration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4A35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PL-HIK-001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Alpine Ridge Backpack 45L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0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PL-HIK-002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Merino Trail Socks 3-Pack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0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PL-HIK-003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Carbonlite Trekking Poles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0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PL-HIK-004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Summit Trail Running Shoes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0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PL-CMP-001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Ultralight 2-Person Tent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0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PL-CMP-002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Alpine Down Sleeping Bag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0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PL-CMP-003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Titanium Camp Stove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0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PL-CMP-004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Insulated Steel Bottle 1L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0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PL-TRV-001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Packable Storm Jacket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0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PL-TRV-002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Compact Trail First Aid Kit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— Out of Stock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0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5F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STOCK TEST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Compact Trail First Aid Kit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972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Stock quantity set to 1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Live store opened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Test purchase completed with Manual Payment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Stock became 0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Product page displays Out of Stock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SKU: PL-TRV-002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5F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FULFILLMENT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order PKL-10001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Shipped / Fulfilled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Number: DXB-TRK-12345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Customer: Test Customer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Payment: Manual Payment (Test Mode)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Item: Compact Trail First Aid Kit × 1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5F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WEBSITE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store works on mobile devices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972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Homepage, navigation, product listing, product pages, images, buttons, cart, and checkout remain usable on a phone-width screen. The header uses a Menu button, images scale to the viewport, and content does not overflow horizontally.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/presentation and /report on the live website for the live mobile evidence view.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1: E-Commerce Website</dc:title>
  <dc:subject>PptxGenJS Presentation</dc:subject>
  <dc:creator>COMP101 Project 1</dc:creator>
  <cp:lastModifiedBy>COMP101 Project 1</cp:lastModifiedBy>
  <cp:revision>1</cp:revision>
  <dcterms:created xsi:type="dcterms:W3CDTF">2026-10-07T12:23:42Z</dcterms:created>
  <dcterms:modified xsi:type="dcterms:W3CDTF">2026-10-07T12:23:42Z</dcterms:modified>
</cp:coreProperties>
</file>